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9" r:id="rId3"/>
    <p:sldId id="26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25"/>
    <p:restoredTop sz="94610"/>
  </p:normalViewPr>
  <p:slideViewPr>
    <p:cSldViewPr snapToGrid="0" snapToObjects="1">
      <p:cViewPr varScale="1">
        <p:scale>
          <a:sx n="194" d="100"/>
          <a:sy n="194" d="100"/>
        </p:scale>
        <p:origin x="20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562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open on this slide. Cold open in the terminal first (90 s), then come here. Say the title line once and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98733-67D2-80F6-A4E9-E704DFFC3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DC861-3CA6-544F-4207-982702AFC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0E6FDB-5A2E-EC5D-967F-334557699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through Q&amp;A. Generate the QR into slides/assets/qr.png and re-run the build to replace the placeholder.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4686F-860D-18A8-B9FE-EF7BF9EAD5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37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through Q&amp;A. Generate the QR into slides/assets/qr.png and re-run the build to replace the placeholder.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02920" y="6583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220" dirty="0">
                <a:solidFill>
                  <a:srgbClr val="FFC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DEVOXX BELGIUM 2026  ·  TOOLS-IN-ACTION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133856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Laptop</a:t>
            </a:r>
            <a:endParaRPr lang="en-US" sz="4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Lakehouse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94436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SQL with </a:t>
            </a:r>
            <a:r>
              <a:rPr lang="en-US" sz="1900" dirty="0" err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04164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Oliver Geisser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5254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150" dirty="0" err="1">
                <a:solidFill>
                  <a:srgbClr val="9A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ogeisser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8240F4-C257-DE94-9C75-B4C3FF4B5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698ACD3-C524-3215-585C-0E29097BA87C}"/>
              </a:ext>
            </a:extLst>
          </p:cNvPr>
          <p:cNvSpPr txBox="1"/>
          <p:nvPr/>
        </p:nvSpPr>
        <p:spPr>
          <a:xfrm>
            <a:off x="502920" y="10515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Demo time …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37126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0515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Try it on your own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215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AF"/>
                </a:solidFill>
                <a:latin typeface="Calibri" pitchFamily="34" charset="0"/>
                <a:cs typeface="Calibri" pitchFamily="34" charset="-120"/>
              </a:rPr>
              <a:t>This talk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2606040" y="22158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C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</a:t>
            </a:r>
            <a:r>
              <a:rPr lang="en-US" sz="1150" dirty="0" err="1">
                <a:solidFill>
                  <a:srgbClr val="FFC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ogeisser</a:t>
            </a:r>
            <a:r>
              <a:rPr lang="en-US" sz="1150" dirty="0">
                <a:solidFill>
                  <a:srgbClr val="FFC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150" dirty="0" err="1">
                <a:solidFill>
                  <a:srgbClr val="FFC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duckdb</a:t>
            </a:r>
            <a:r>
              <a:rPr lang="en-US" sz="1150">
                <a:solidFill>
                  <a:srgbClr val="FFC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-talk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181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26181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duckdb.org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020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DuckLake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3020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ducklake.select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422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browser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3422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shell.duckdb.org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</Words>
  <Application>Microsoft Macintosh PowerPoint</Application>
  <PresentationFormat>Bildschirmpräsentation (16:9)</PresentationFormat>
  <Paragraphs>22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Arial</vt:lpstr>
      <vt:lpstr>Bookman Old Style</vt:lpstr>
      <vt:lpstr>Calibri</vt:lpstr>
      <vt:lpstr>Courier New</vt:lpstr>
      <vt:lpstr>Office Theme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Laptop to Lakehouse</dc:title>
  <dc:subject>PptxGenJS Presentation</dc:subject>
  <dc:creator>Oliver Geisser</dc:creator>
  <cp:lastModifiedBy>Oliver Geisser</cp:lastModifiedBy>
  <cp:revision>6</cp:revision>
  <dcterms:created xsi:type="dcterms:W3CDTF">2026-09-18T09:33:06Z</dcterms:created>
  <dcterms:modified xsi:type="dcterms:W3CDTF">2026-10-04T21:22:49Z</dcterms:modified>
</cp:coreProperties>
</file>